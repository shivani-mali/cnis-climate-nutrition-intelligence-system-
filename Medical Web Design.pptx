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6BF26-999F-4F00-82E0-D219C7DA5447}" v="76" dt="2026-03-06T10:34:36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7" y="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ni Mali" userId="404eefd4bda8cf52" providerId="LiveId" clId="{10DDF337-EDD6-4D54-B97C-4489831F7FB0}"/>
    <pc:docChg chg="undo custSel modSld sldOrd">
      <pc:chgData name="Shivani Mali" userId="404eefd4bda8cf52" providerId="LiveId" clId="{10DDF337-EDD6-4D54-B97C-4489831F7FB0}" dt="2026-03-06T10:41:10.789" v="209" actId="20577"/>
      <pc:docMkLst>
        <pc:docMk/>
      </pc:docMkLst>
      <pc:sldChg chg="addSp delSp modSp mod">
        <pc:chgData name="Shivani Mali" userId="404eefd4bda8cf52" providerId="LiveId" clId="{10DDF337-EDD6-4D54-B97C-4489831F7FB0}" dt="2026-03-06T10:34:22.901" v="205"/>
        <pc:sldMkLst>
          <pc:docMk/>
          <pc:sldMk cId="0" sldId="256"/>
        </pc:sldMkLst>
        <pc:spChg chg="add del mod">
          <ac:chgData name="Shivani Mali" userId="404eefd4bda8cf52" providerId="LiveId" clId="{10DDF337-EDD6-4D54-B97C-4489831F7FB0}" dt="2026-03-06T10:18:21.386" v="1" actId="478"/>
          <ac:spMkLst>
            <pc:docMk/>
            <pc:sldMk cId="0" sldId="256"/>
            <ac:spMk id="4" creationId="{396171DF-67BE-BF59-F297-6F3D7DD9EB3D}"/>
          </ac:spMkLst>
        </pc:spChg>
        <pc:spChg chg="add del mod">
          <ac:chgData name="Shivani Mali" userId="404eefd4bda8cf52" providerId="LiveId" clId="{10DDF337-EDD6-4D54-B97C-4489831F7FB0}" dt="2026-03-06T10:18:30.132" v="5" actId="478"/>
          <ac:spMkLst>
            <pc:docMk/>
            <pc:sldMk cId="0" sldId="256"/>
            <ac:spMk id="6" creationId="{1CCD11D5-24C0-7D64-6CC5-7620F3A61A02}"/>
          </ac:spMkLst>
        </pc:spChg>
        <pc:spChg chg="add mod">
          <ac:chgData name="Shivani Mali" userId="404eefd4bda8cf52" providerId="LiveId" clId="{10DDF337-EDD6-4D54-B97C-4489831F7FB0}" dt="2026-03-06T10:19:51.107" v="24" actId="107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Shivani Mali" userId="404eefd4bda8cf52" providerId="LiveId" clId="{10DDF337-EDD6-4D54-B97C-4489831F7FB0}" dt="2026-03-06T10:28:25.404" v="142" actId="1076"/>
          <ac:spMkLst>
            <pc:docMk/>
            <pc:sldMk cId="0" sldId="256"/>
            <ac:spMk id="14" creationId="{3D2302AE-C8E5-33E7-8294-4B2262264504}"/>
          </ac:spMkLst>
        </pc:spChg>
        <pc:spChg chg="del">
          <ac:chgData name="Shivani Mali" userId="404eefd4bda8cf52" providerId="LiveId" clId="{10DDF337-EDD6-4D54-B97C-4489831F7FB0}" dt="2026-03-06T10:18:18.440" v="0" actId="21"/>
          <ac:spMkLst>
            <pc:docMk/>
            <pc:sldMk cId="0" sldId="256"/>
            <ac:spMk id="60" creationId="{00000000-0000-0000-0000-000000000000}"/>
          </ac:spMkLst>
        </pc:spChg>
        <pc:spChg chg="del">
          <ac:chgData name="Shivani Mali" userId="404eefd4bda8cf52" providerId="LiveId" clId="{10DDF337-EDD6-4D54-B97C-4489831F7FB0}" dt="2026-03-06T10:18:31.838" v="6" actId="478"/>
          <ac:spMkLst>
            <pc:docMk/>
            <pc:sldMk cId="0" sldId="256"/>
            <ac:spMk id="61" creationId="{00000000-0000-0000-0000-000000000000}"/>
          </ac:spMkLst>
        </pc:spChg>
        <pc:spChg chg="del">
          <ac:chgData name="Shivani Mali" userId="404eefd4bda8cf52" providerId="LiveId" clId="{10DDF337-EDD6-4D54-B97C-4489831F7FB0}" dt="2026-03-06T10:18:27.562" v="4" actId="478"/>
          <ac:spMkLst>
            <pc:docMk/>
            <pc:sldMk cId="0" sldId="256"/>
            <ac:spMk id="63" creationId="{00000000-0000-0000-0000-000000000000}"/>
          </ac:spMkLst>
        </pc:spChg>
        <pc:picChg chg="del mod modCrop">
          <ac:chgData name="Shivani Mali" userId="404eefd4bda8cf52" providerId="LiveId" clId="{10DDF337-EDD6-4D54-B97C-4489831F7FB0}" dt="2026-03-06T10:19:27.695" v="21" actId="478"/>
          <ac:picMkLst>
            <pc:docMk/>
            <pc:sldMk cId="0" sldId="256"/>
            <ac:picMk id="3" creationId="{F4806099-28B3-6AD7-AA12-837A329EBB84}"/>
          </ac:picMkLst>
        </pc:picChg>
        <pc:picChg chg="add mod modCrop">
          <ac:chgData name="Shivani Mali" userId="404eefd4bda8cf52" providerId="LiveId" clId="{10DDF337-EDD6-4D54-B97C-4489831F7FB0}" dt="2026-03-06T10:34:22.901" v="205"/>
          <ac:picMkLst>
            <pc:docMk/>
            <pc:sldMk cId="0" sldId="256"/>
            <ac:picMk id="9" creationId="{32560B66-3BED-5C3F-DDD3-8AE2DE20BEE6}"/>
          </ac:picMkLst>
        </pc:picChg>
        <pc:picChg chg="add del mod">
          <ac:chgData name="Shivani Mali" userId="404eefd4bda8cf52" providerId="LiveId" clId="{10DDF337-EDD6-4D54-B97C-4489831F7FB0}" dt="2026-03-06T10:22:17.498" v="42" actId="478"/>
          <ac:picMkLst>
            <pc:docMk/>
            <pc:sldMk cId="0" sldId="256"/>
            <ac:picMk id="11" creationId="{9DA277DE-CD95-4FEB-B7D5-72039B76CA10}"/>
          </ac:picMkLst>
        </pc:picChg>
        <pc:picChg chg="add del mod modCrop">
          <ac:chgData name="Shivani Mali" userId="404eefd4bda8cf52" providerId="LiveId" clId="{10DDF337-EDD6-4D54-B97C-4489831F7FB0}" dt="2026-03-06T10:24:18.322" v="54" actId="478"/>
          <ac:picMkLst>
            <pc:docMk/>
            <pc:sldMk cId="0" sldId="256"/>
            <ac:picMk id="13" creationId="{71AC8E21-E0D0-C3FA-1459-9E6FCA5C990E}"/>
          </ac:picMkLst>
        </pc:picChg>
      </pc:sldChg>
      <pc:sldChg chg="modSp mod">
        <pc:chgData name="Shivani Mali" userId="404eefd4bda8cf52" providerId="LiveId" clId="{10DDF337-EDD6-4D54-B97C-4489831F7FB0}" dt="2026-03-06T10:28:40.376" v="144" actId="20577"/>
        <pc:sldMkLst>
          <pc:docMk/>
          <pc:sldMk cId="0" sldId="257"/>
        </pc:sldMkLst>
        <pc:spChg chg="mod">
          <ac:chgData name="Shivani Mali" userId="404eefd4bda8cf52" providerId="LiveId" clId="{10DDF337-EDD6-4D54-B97C-4489831F7FB0}" dt="2026-03-06T10:28:40.376" v="144" actId="20577"/>
          <ac:spMkLst>
            <pc:docMk/>
            <pc:sldMk cId="0" sldId="257"/>
            <ac:spMk id="67" creationId="{00000000-0000-0000-0000-000000000000}"/>
          </ac:spMkLst>
        </pc:spChg>
      </pc:sldChg>
      <pc:sldChg chg="ord">
        <pc:chgData name="Shivani Mali" userId="404eefd4bda8cf52" providerId="LiveId" clId="{10DDF337-EDD6-4D54-B97C-4489831F7FB0}" dt="2026-03-06T10:29:16.397" v="160"/>
        <pc:sldMkLst>
          <pc:docMk/>
          <pc:sldMk cId="0" sldId="258"/>
        </pc:sldMkLst>
      </pc:sldChg>
      <pc:sldChg chg="modSp mod">
        <pc:chgData name="Shivani Mali" userId="404eefd4bda8cf52" providerId="LiveId" clId="{10DDF337-EDD6-4D54-B97C-4489831F7FB0}" dt="2026-03-06T10:41:10.789" v="209" actId="20577"/>
        <pc:sldMkLst>
          <pc:docMk/>
          <pc:sldMk cId="0" sldId="259"/>
        </pc:sldMkLst>
        <pc:spChg chg="mod">
          <ac:chgData name="Shivani Mali" userId="404eefd4bda8cf52" providerId="LiveId" clId="{10DDF337-EDD6-4D54-B97C-4489831F7FB0}" dt="2026-03-06T10:41:10.789" v="209" actId="20577"/>
          <ac:spMkLst>
            <pc:docMk/>
            <pc:sldMk cId="0" sldId="259"/>
            <ac:spMk id="73" creationId="{00000000-0000-0000-0000-000000000000}"/>
          </ac:spMkLst>
        </pc:spChg>
      </pc:sldChg>
      <pc:sldChg chg="modSp mod">
        <pc:chgData name="Shivani Mali" userId="404eefd4bda8cf52" providerId="LiveId" clId="{10DDF337-EDD6-4D54-B97C-4489831F7FB0}" dt="2026-03-06T10:29:21.133" v="161" actId="6549"/>
        <pc:sldMkLst>
          <pc:docMk/>
          <pc:sldMk cId="0" sldId="260"/>
        </pc:sldMkLst>
        <pc:spChg chg="mod">
          <ac:chgData name="Shivani Mali" userId="404eefd4bda8cf52" providerId="LiveId" clId="{10DDF337-EDD6-4D54-B97C-4489831F7FB0}" dt="2026-03-06T10:29:21.133" v="161" actId="6549"/>
          <ac:spMkLst>
            <pc:docMk/>
            <pc:sldMk cId="0" sldId="260"/>
            <ac:spMk id="75" creationId="{00000000-0000-0000-0000-000000000000}"/>
          </ac:spMkLst>
        </pc:spChg>
      </pc:sldChg>
      <pc:sldChg chg="modSp mod">
        <pc:chgData name="Shivani Mali" userId="404eefd4bda8cf52" providerId="LiveId" clId="{10DDF337-EDD6-4D54-B97C-4489831F7FB0}" dt="2026-03-06T10:29:57.793" v="166" actId="122"/>
        <pc:sldMkLst>
          <pc:docMk/>
          <pc:sldMk cId="0" sldId="262"/>
        </pc:sldMkLst>
        <pc:spChg chg="mod">
          <ac:chgData name="Shivani Mali" userId="404eefd4bda8cf52" providerId="LiveId" clId="{10DDF337-EDD6-4D54-B97C-4489831F7FB0}" dt="2026-03-06T10:29:57.793" v="166" actId="122"/>
          <ac:spMkLst>
            <pc:docMk/>
            <pc:sldMk cId="0" sldId="262"/>
            <ac:spMk id="2" creationId="{F9FE733D-EBCA-EB3B-F32A-2971FA2FDAFC}"/>
          </ac:spMkLst>
        </pc:spChg>
      </pc:sldChg>
      <pc:sldChg chg="addSp modSp mod">
        <pc:chgData name="Shivani Mali" userId="404eefd4bda8cf52" providerId="LiveId" clId="{10DDF337-EDD6-4D54-B97C-4489831F7FB0}" dt="2026-03-06T10:32:17.069" v="185" actId="1076"/>
        <pc:sldMkLst>
          <pc:docMk/>
          <pc:sldMk cId="0" sldId="263"/>
        </pc:sldMkLst>
        <pc:spChg chg="add mod">
          <ac:chgData name="Shivani Mali" userId="404eefd4bda8cf52" providerId="LiveId" clId="{10DDF337-EDD6-4D54-B97C-4489831F7FB0}" dt="2026-03-06T10:32:00.030" v="182" actId="1076"/>
          <ac:spMkLst>
            <pc:docMk/>
            <pc:sldMk cId="0" sldId="263"/>
            <ac:spMk id="3" creationId="{C1DB0463-2F59-B398-6F16-D17026872F3F}"/>
          </ac:spMkLst>
        </pc:spChg>
        <pc:spChg chg="mod">
          <ac:chgData name="Shivani Mali" userId="404eefd4bda8cf52" providerId="LiveId" clId="{10DDF337-EDD6-4D54-B97C-4489831F7FB0}" dt="2026-03-06T10:32:17.069" v="185" actId="1076"/>
          <ac:spMkLst>
            <pc:docMk/>
            <pc:sldMk cId="0" sldId="263"/>
            <ac:spMk id="83" creationId="{00000000-0000-0000-0000-000000000000}"/>
          </ac:spMkLst>
        </pc:spChg>
      </pc:sldChg>
      <pc:sldChg chg="modSp mod">
        <pc:chgData name="Shivani Mali" userId="404eefd4bda8cf52" providerId="LiveId" clId="{10DDF337-EDD6-4D54-B97C-4489831F7FB0}" dt="2026-03-06T10:32:31.675" v="187" actId="2711"/>
        <pc:sldMkLst>
          <pc:docMk/>
          <pc:sldMk cId="0" sldId="264"/>
        </pc:sldMkLst>
        <pc:spChg chg="mod">
          <ac:chgData name="Shivani Mali" userId="404eefd4bda8cf52" providerId="LiveId" clId="{10DDF337-EDD6-4D54-B97C-4489831F7FB0}" dt="2026-03-06T10:32:31.675" v="187" actId="2711"/>
          <ac:spMkLst>
            <pc:docMk/>
            <pc:sldMk cId="0" sldId="264"/>
            <ac:spMk id="85" creationId="{00000000-0000-0000-0000-000000000000}"/>
          </ac:spMkLst>
        </pc:spChg>
      </pc:sldChg>
      <pc:sldChg chg="delSp mod">
        <pc:chgData name="Shivani Mali" userId="404eefd4bda8cf52" providerId="LiveId" clId="{10DDF337-EDD6-4D54-B97C-4489831F7FB0}" dt="2026-03-06T10:32:53.579" v="189" actId="478"/>
        <pc:sldMkLst>
          <pc:docMk/>
          <pc:sldMk cId="0" sldId="266"/>
        </pc:sldMkLst>
        <pc:spChg chg="del">
          <ac:chgData name="Shivani Mali" userId="404eefd4bda8cf52" providerId="LiveId" clId="{10DDF337-EDD6-4D54-B97C-4489831F7FB0}" dt="2026-03-06T10:32:53.579" v="189" actId="478"/>
          <ac:spMkLst>
            <pc:docMk/>
            <pc:sldMk cId="0" sldId="266"/>
            <ac:spMk id="91" creationId="{00000000-0000-0000-0000-000000000000}"/>
          </ac:spMkLst>
        </pc:spChg>
      </pc:sldChg>
      <pc:sldChg chg="delSp mod">
        <pc:chgData name="Shivani Mali" userId="404eefd4bda8cf52" providerId="LiveId" clId="{10DDF337-EDD6-4D54-B97C-4489831F7FB0}" dt="2026-03-06T10:32:50.356" v="188" actId="478"/>
        <pc:sldMkLst>
          <pc:docMk/>
          <pc:sldMk cId="30174870" sldId="268"/>
        </pc:sldMkLst>
        <pc:spChg chg="del">
          <ac:chgData name="Shivani Mali" userId="404eefd4bda8cf52" providerId="LiveId" clId="{10DDF337-EDD6-4D54-B97C-4489831F7FB0}" dt="2026-03-06T10:32:50.356" v="188" actId="478"/>
          <ac:spMkLst>
            <pc:docMk/>
            <pc:sldMk cId="30174870" sldId="268"/>
            <ac:spMk id="91" creationId="{19267600-2AA3-9944-DA35-60961A5AAF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92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" name="Google Shape;11;p2"/>
          <p:cNvPicPr/>
          <p:nvPr/>
        </p:nvPicPr>
        <p:blipFill>
          <a:blip r:embed="rId2"/>
          <a:srcRect l="6446" t="15265" r="28409" b="40210"/>
          <a:stretch/>
        </p:blipFill>
        <p:spPr>
          <a:xfrm>
            <a:off x="4916880" y="2255040"/>
            <a:ext cx="4226760" cy="28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;p11"/>
          <p:cNvPicPr/>
          <p:nvPr/>
        </p:nvPicPr>
        <p:blipFill>
          <a:blip r:embed="rId2"/>
          <a:srcRect r="50065" b="37830"/>
          <a:stretch/>
        </p:blipFill>
        <p:spPr>
          <a:xfrm rot="16200000">
            <a:off x="5528160" y="-420840"/>
            <a:ext cx="3239280" cy="40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941400"/>
            <a:ext cx="5088240" cy="1044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2;p13"/>
          <p:cNvPicPr/>
          <p:nvPr/>
        </p:nvPicPr>
        <p:blipFill>
          <a:blip r:embed="rId2"/>
          <a:srcRect l="29900" b="52150"/>
          <a:stretch/>
        </p:blipFill>
        <p:spPr>
          <a:xfrm rot="10800000">
            <a:off x="4595760" y="36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13160" y="175500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713160" y="32752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3342240" y="175500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3342240" y="32752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5971320" y="175500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5971320" y="3275280"/>
            <a:ext cx="838440" cy="447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67;p14"/>
          <p:cNvPicPr/>
          <p:nvPr/>
        </p:nvPicPr>
        <p:blipFill>
          <a:blip r:embed="rId2"/>
          <a:srcRect l="29900" b="56210"/>
          <a:stretch/>
        </p:blipFill>
        <p:spPr>
          <a:xfrm rot="5400000" flipH="1">
            <a:off x="-861120" y="1449000"/>
            <a:ext cx="4548240" cy="284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70;p15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5317560" y="72216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3;p16"/>
          <p:cNvPicPr/>
          <p:nvPr/>
        </p:nvPicPr>
        <p:blipFill>
          <a:blip r:embed="rId2"/>
          <a:srcRect r="55545" b="37830"/>
          <a:stretch/>
        </p:blipFill>
        <p:spPr>
          <a:xfrm rot="5400000">
            <a:off x="585720" y="1697040"/>
            <a:ext cx="2883960" cy="403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650120" y="1584360"/>
            <a:ext cx="3773520" cy="3019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22" name="Google Shape;80;p17"/>
          <p:cNvPicPr/>
          <p:nvPr/>
        </p:nvPicPr>
        <p:blipFill>
          <a:blip r:embed="rId2"/>
          <a:srcRect l="29900" b="52150"/>
          <a:stretch/>
        </p:blipFill>
        <p:spPr>
          <a:xfrm>
            <a:off x="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82;p18"/>
          <p:cNvPicPr/>
          <p:nvPr/>
        </p:nvPicPr>
        <p:blipFill>
          <a:blip r:embed="rId2"/>
          <a:srcRect l="37988" t="12339" r="-8087" b="39811"/>
          <a:stretch/>
        </p:blipFill>
        <p:spPr>
          <a:xfrm flipH="1">
            <a:off x="459576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13160" y="794520"/>
            <a:ext cx="7717320" cy="698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488760" y="2398680"/>
            <a:ext cx="494172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86;p19"/>
          <p:cNvPicPr/>
          <p:nvPr/>
        </p:nvPicPr>
        <p:blipFill>
          <a:blip r:embed="rId2"/>
          <a:srcRect l="42971" t="8605" r="8129" b="53361"/>
          <a:stretch/>
        </p:blipFill>
        <p:spPr>
          <a:xfrm>
            <a:off x="0" y="2676240"/>
            <a:ext cx="3172320" cy="2466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95;p20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4595760" y="203652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713160" y="2918160"/>
            <a:ext cx="506736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713160" y="1653840"/>
            <a:ext cx="113976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2" name="Google Shape;15;p3"/>
          <p:cNvPicPr/>
          <p:nvPr/>
        </p:nvPicPr>
        <p:blipFill>
          <a:blip r:embed="rId2"/>
          <a:srcRect r="30128" b="37830"/>
          <a:stretch/>
        </p:blipFill>
        <p:spPr>
          <a:xfrm rot="16200000">
            <a:off x="4881240" y="235440"/>
            <a:ext cx="4533120" cy="40334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106;p21"/>
          <p:cNvPicPr/>
          <p:nvPr/>
        </p:nvPicPr>
        <p:blipFill>
          <a:blip r:embed="rId2"/>
          <a:srcRect l="6446" t="15265" r="28409" b="40210"/>
          <a:stretch/>
        </p:blipFill>
        <p:spPr>
          <a:xfrm rot="10800000" flipH="1">
            <a:off x="4916880" y="0"/>
            <a:ext cx="4226760" cy="288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99840" y="746280"/>
            <a:ext cx="4945320" cy="96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Google Shape;109;p21"/>
          <p:cNvSpPr/>
          <p:nvPr/>
        </p:nvSpPr>
        <p:spPr>
          <a:xfrm>
            <a:off x="699840" y="360360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  <a:hlinkClick r:id="rId4"/>
              </a:rPr>
              <a:t>Freepik</a:t>
            </a:r>
            <a:r>
              <a:rPr lang="en" sz="1000" b="0" u="sng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11;p22"/>
          <p:cNvPicPr/>
          <p:nvPr/>
        </p:nvPicPr>
        <p:blipFill>
          <a:blip r:embed="rId2"/>
          <a:srcRect l="29900" b="55808"/>
          <a:stretch/>
        </p:blipFill>
        <p:spPr>
          <a:xfrm rot="5400000" flipH="1">
            <a:off x="-874080" y="1436040"/>
            <a:ext cx="4548240" cy="2866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13;p23"/>
          <p:cNvPicPr/>
          <p:nvPr/>
        </p:nvPicPr>
        <p:blipFill>
          <a:blip r:embed="rId2"/>
          <a:srcRect l="29900" b="52150"/>
          <a:stretch/>
        </p:blipFill>
        <p:spPr>
          <a:xfrm rot="16200000" flipH="1">
            <a:off x="5317560" y="722160"/>
            <a:ext cx="4548240" cy="310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17;p4"/>
          <p:cNvPicPr/>
          <p:nvPr/>
        </p:nvPicPr>
        <p:blipFill>
          <a:blip r:embed="rId2"/>
          <a:srcRect l="45858" t="18030" r="7192" b="53365"/>
          <a:stretch/>
        </p:blipFill>
        <p:spPr>
          <a:xfrm rot="5400000">
            <a:off x="-594720" y="595080"/>
            <a:ext cx="3045600" cy="1855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720000" y="1584360"/>
            <a:ext cx="5081400" cy="3019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20000" y="5367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2" name="Google Shape;26;p5"/>
          <p:cNvPicPr/>
          <p:nvPr/>
        </p:nvPicPr>
        <p:blipFill>
          <a:blip r:embed="rId2"/>
          <a:srcRect t="43934" r="58145" b="-38"/>
          <a:stretch/>
        </p:blipFill>
        <p:spPr>
          <a:xfrm>
            <a:off x="6428520" y="0"/>
            <a:ext cx="2715120" cy="36399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4" name="Google Shape;29;p6"/>
          <p:cNvPicPr/>
          <p:nvPr/>
        </p:nvPicPr>
        <p:blipFill>
          <a:blip r:embed="rId2"/>
          <a:srcRect l="29900" b="52150"/>
          <a:stretch/>
        </p:blipFill>
        <p:spPr>
          <a:xfrm flipH="1">
            <a:off x="4595760" y="2036520"/>
            <a:ext cx="4548240" cy="31039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650120" y="1584360"/>
            <a:ext cx="3773520" cy="1419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pic>
        <p:nvPicPr>
          <p:cNvPr id="47" name="Google Shape;34;p7"/>
          <p:cNvPicPr/>
          <p:nvPr/>
        </p:nvPicPr>
        <p:blipFill>
          <a:blip r:embed="rId2"/>
          <a:srcRect l="29900" b="52150"/>
          <a:stretch/>
        </p:blipFill>
        <p:spPr>
          <a:xfrm>
            <a:off x="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50120" y="3184200"/>
            <a:ext cx="3773520" cy="1419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37;p8"/>
          <p:cNvPicPr/>
          <p:nvPr/>
        </p:nvPicPr>
        <p:blipFill>
          <a:blip r:embed="rId2"/>
          <a:srcRect t="43934" r="58145" b="-38"/>
          <a:stretch/>
        </p:blipFill>
        <p:spPr>
          <a:xfrm>
            <a:off x="6428520" y="0"/>
            <a:ext cx="2715120" cy="363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40;p9"/>
          <p:cNvPicPr/>
          <p:nvPr/>
        </p:nvPicPr>
        <p:blipFill>
          <a:blip r:embed="rId2"/>
          <a:srcRect l="29900" b="52150"/>
          <a:stretch/>
        </p:blipFill>
        <p:spPr>
          <a:xfrm>
            <a:off x="0" y="2039400"/>
            <a:ext cx="4548240" cy="310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11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12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2619" y="120903"/>
            <a:ext cx="9038761" cy="6628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CNIS – Climate nutrition  Intelligence System</a:t>
            </a:r>
            <a:endParaRPr lang="fr-FR" sz="3600" b="0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560B66-3BED-5C3F-DDD3-8AE2DE20BE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0450" b="67600" l="33550" r="75500">
                        <a14:foregroundMark x1="48300" y1="63650" x2="42338" y2="56771"/>
                        <a14:foregroundMark x1="43100" y1="57650" x2="48400" y2="59850"/>
                        <a14:foregroundMark x1="40550" y1="36400" x2="44750" y2="43850"/>
                        <a14:foregroundMark x1="44750" y1="43850" x2="42850" y2="40550"/>
                        <a14:foregroundMark x1="52200" y1="37400" x2="50550" y2="36750"/>
                        <a14:foregroundMark x1="66250" y1="30450" x2="65500" y2="32700"/>
                        <a14:foregroundMark x1="53500" y1="36200" x2="50800" y2="36400"/>
                        <a14:foregroundMark x1="50700" y1="35550" x2="50350" y2="36950"/>
                        <a14:foregroundMark x1="49250" y1="37300" x2="50800" y2="38950"/>
                        <a14:foregroundMark x1="44700" y1="42100" x2="47800" y2="49150"/>
                        <a14:foregroundMark x1="47800" y1="49150" x2="45900" y2="43050"/>
                        <a14:foregroundMark x1="59500" y1="55900" x2="59707" y2="57350"/>
                        <a14:foregroundMark x1="61700" y1="58450" x2="61550" y2="62000"/>
                        <a14:foregroundMark x1="62000" y1="58850" x2="64300" y2="61700"/>
                        <a14:foregroundMark x1="65700" y1="58200" x2="67800" y2="62350"/>
                        <a14:foregroundMark x1="71250" y1="59100" x2="69000" y2="62150"/>
                        <a14:foregroundMark x1="47300" y1="57900" x2="40000" y2="52750"/>
                        <a14:foregroundMark x1="40000" y1="52750" x2="42600" y2="58650"/>
                        <a14:backgroundMark x1="45750" y1="59750" x2="42900" y2="56800"/>
                        <a14:backgroundMark x1="60050" y1="57350" x2="60050" y2="59550"/>
                        <a14:backgroundMark x1="60400" y1="59750" x2="59450" y2="60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8346" t="27669" r="19256" b="27953"/>
          <a:stretch>
            <a:fillRect/>
          </a:stretch>
        </p:blipFill>
        <p:spPr>
          <a:xfrm>
            <a:off x="2671011" y="904928"/>
            <a:ext cx="3801978" cy="32200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2302AE-C8E5-33E7-8294-4B2262264504}"/>
              </a:ext>
            </a:extLst>
          </p:cNvPr>
          <p:cNvSpPr txBox="1"/>
          <p:nvPr/>
        </p:nvSpPr>
        <p:spPr>
          <a:xfrm>
            <a:off x="343760" y="4124971"/>
            <a:ext cx="33069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Present: Vital Coders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 : 32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83861" y="263223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fr-FR" sz="2600" b="0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521984" y="998432"/>
            <a:ext cx="7976277" cy="314663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>
              <a:lnSpc>
                <a:spcPct val="159999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Malnutrition remains a major public health challenge, especially among children under the age of five.</a:t>
            </a:r>
          </a:p>
          <a:p>
            <a:pPr>
              <a:lnSpc>
                <a:spcPct val="159999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9999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Issues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rates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stunting, wasting, and underweight children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detection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malnutrition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experts in rural areas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systems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mostly focus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recording rather than prevention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/>
          <p:cNvSpPr/>
          <p:nvPr/>
        </p:nvSpPr>
        <p:spPr>
          <a:xfrm>
            <a:off x="476460" y="171480"/>
            <a:ext cx="8191080" cy="4768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SOLUTION</a:t>
            </a:r>
            <a:endParaRPr lang="en-US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476460" y="648300"/>
            <a:ext cx="8191080" cy="47414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25000" lnSpcReduction="20000"/>
          </a:bodyPr>
          <a:lstStyle/>
          <a:p>
            <a:pPr>
              <a:lnSpc>
                <a:spcPct val="170000"/>
              </a:lnSpc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CNIS – Climate Nutrition Intelligence System</a:t>
            </a:r>
          </a:p>
          <a:p>
            <a:pPr>
              <a:lnSpc>
                <a:spcPct val="17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platform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to detect and prevent child malnutrition early.</a:t>
            </a:r>
          </a:p>
          <a:p>
            <a:pPr>
              <a:lnSpc>
                <a:spcPct val="17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CNIS collects:</a:t>
            </a:r>
          </a:p>
          <a:p>
            <a:pPr marL="685800" indent="-6858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health data (age, height, weight)</a:t>
            </a:r>
          </a:p>
          <a:p>
            <a:pPr marL="685800" indent="-6858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 records, reminders</a:t>
            </a:r>
          </a:p>
          <a:p>
            <a:pPr marL="685800" indent="-6858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&amp; climate information</a:t>
            </a:r>
          </a:p>
          <a:p>
            <a:pPr>
              <a:lnSpc>
                <a:spcPct val="170000"/>
              </a:lnSpc>
            </a:pP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this data and provides:</a:t>
            </a:r>
          </a:p>
          <a:p>
            <a:pPr marL="685800" indent="-6858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Malnutrition risk prediction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nutrition guidance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685800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US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alerts</a:t>
            </a:r>
            <a:endParaRPr lang="en-US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/>
          <p:cNvSpPr/>
          <p:nvPr/>
        </p:nvSpPr>
        <p:spPr>
          <a:xfrm>
            <a:off x="297860" y="98128"/>
            <a:ext cx="7507994" cy="6088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r>
              <a:rPr lang="en-US" sz="23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Current Solutions Are Not Enough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092714-A8A6-461A-1FDE-6841741AE716}"/>
              </a:ext>
            </a:extLst>
          </p:cNvPr>
          <p:cNvSpPr txBox="1"/>
          <p:nvPr/>
        </p:nvSpPr>
        <p:spPr>
          <a:xfrm>
            <a:off x="591261" y="715162"/>
            <a:ext cx="7507994" cy="3366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existing systems focus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record-keeping rather than prevention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Existing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nutrition advice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climate-aware diet recommendations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support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health workers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accessibility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a gap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and preventive healthcare solutions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44D15C-149B-F3C9-08EE-1B47D75E3164}"/>
              </a:ext>
            </a:extLst>
          </p:cNvPr>
          <p:cNvCxnSpPr>
            <a:cxnSpLocks/>
          </p:cNvCxnSpPr>
          <p:nvPr/>
        </p:nvCxnSpPr>
        <p:spPr>
          <a:xfrm flipV="1">
            <a:off x="163551" y="602908"/>
            <a:ext cx="8363415" cy="2081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BDC44CE-CED0-AF4E-BE6E-D31D3BE21185}"/>
              </a:ext>
            </a:extLst>
          </p:cNvPr>
          <p:cNvCxnSpPr>
            <a:cxnSpLocks/>
          </p:cNvCxnSpPr>
          <p:nvPr/>
        </p:nvCxnSpPr>
        <p:spPr>
          <a:xfrm>
            <a:off x="215590" y="706986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290493" y="95940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fr-FR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231020" y="552846"/>
            <a:ext cx="8138907" cy="459065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60000"/>
              </a:lnSpc>
            </a:pP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 recommendations based on weather and seasonal food availability.</a:t>
            </a:r>
          </a:p>
          <a:p>
            <a:pPr>
              <a:lnSpc>
                <a:spcPct val="16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Risk Prediction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Growth Monitoring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Voice-Based Nutrition Assistant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Vaccination Tracking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Alerts &amp; Notifications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297860" y="82271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  <a:endParaRPr lang="en-US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97860" y="598786"/>
            <a:ext cx="8288219" cy="39459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CNIS is designed for multiple stakeholders involved in child healthcare.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Parents and caregivers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ASHA workers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Anganwadi workers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volunteers and NGOs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Institutional Users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health departments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Community healthcare programs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and low-resource communities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/>
        </p:nvSpPr>
        <p:spPr>
          <a:xfrm>
            <a:off x="223520" y="148683"/>
            <a:ext cx="3619080" cy="7136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US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FE733D-EBCA-EB3B-F32A-2971FA2FDAFC}"/>
              </a:ext>
            </a:extLst>
          </p:cNvPr>
          <p:cNvSpPr txBox="1"/>
          <p:nvPr/>
        </p:nvSpPr>
        <p:spPr>
          <a:xfrm>
            <a:off x="401444" y="862361"/>
            <a:ext cx="80511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CNIS Works: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 Health Data Input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Risk Analysis Engine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Data Integration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 &amp; Health Recommendations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⬇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+ Alerts + Reports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transforms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health data into actionable insights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81"/>
          <p:cNvSpPr/>
          <p:nvPr/>
        </p:nvSpPr>
        <p:spPr>
          <a:xfrm>
            <a:off x="193783" y="119441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566048" y="984010"/>
            <a:ext cx="2878421" cy="294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(Vite)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Cloud Functions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AI API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B0463-2F59-B398-6F16-D17026872F3F}"/>
              </a:ext>
            </a:extLst>
          </p:cNvPr>
          <p:cNvSpPr txBox="1"/>
          <p:nvPr/>
        </p:nvSpPr>
        <p:spPr>
          <a:xfrm>
            <a:off x="4572000" y="984010"/>
            <a:ext cx="2944299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Firestore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Technologies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TensorFlow.js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Authentication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Speech API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Notifications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7469" y="95940"/>
            <a:ext cx="7714800" cy="69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</a:t>
            </a:r>
            <a:endParaRPr lang="fr-FR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33815" y="790740"/>
            <a:ext cx="8295585" cy="35620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CNIS stands out from existing solutions because it offers: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Climate-aware nutrition intelligence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AI-based malnutrition prediction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Integrated health monitoring system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Voice-based accessibility for rural users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Preventive healthcare approach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platforms only provide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tracking systems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85"/>
          <p:cNvSpPr/>
          <p:nvPr/>
        </p:nvSpPr>
        <p:spPr>
          <a:xfrm>
            <a:off x="186348" y="149177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IMPACT</a:t>
            </a:r>
            <a:endParaRPr lang="en-US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01444" y="817756"/>
            <a:ext cx="8229600" cy="38492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dirty="0"/>
              <a:t>CNIS has the potential to create significant healthcare impact.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Expected Benefits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Early detection of malnutrition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Improved child growth outcomes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Better support for healthcare workers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Reduced missed vaccination doses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Digital transformation in rural healthcare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00214" y="111699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/ DEMO</a:t>
            </a:r>
            <a:endParaRPr lang="fr-FR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0713-E6BF-124F-D383-941B75DC6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>
            <a:extLst>
              <a:ext uri="{FF2B5EF4-FFF2-40B4-BE49-F238E27FC236}">
                <a16:creationId xmlns:a16="http://schemas.microsoft.com/office/drawing/2014/main" id="{0CF6C3EF-C55C-17B4-00E4-AFEE46CD4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214" y="111699"/>
            <a:ext cx="77054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fr-FR" sz="2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PlaceHolder 2">
            <a:extLst>
              <a:ext uri="{FF2B5EF4-FFF2-40B4-BE49-F238E27FC236}">
                <a16:creationId xmlns:a16="http://schemas.microsoft.com/office/drawing/2014/main" id="{FAD87D42-4EC5-7F36-F4D7-25A8E02614C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00215" y="683019"/>
            <a:ext cx="8375434" cy="403766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9999"/>
          </a:bodyPr>
          <a:lstStyle/>
          <a:p>
            <a:pPr>
              <a:lnSpc>
                <a:spcPct val="159999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improvements include: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development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mode for rural areas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healthcare integration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prediction models</a:t>
            </a:r>
          </a:p>
          <a:p>
            <a:pPr marL="285750" indent="-285750">
              <a:lnSpc>
                <a:spcPct val="159999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analytics for health departments</a:t>
            </a:r>
          </a:p>
          <a:p>
            <a:pPr>
              <a:lnSpc>
                <a:spcPct val="159999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scalable digital solution for preventive child healthcare.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145171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688A-9196-714E-D437-591A07044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>
            <a:extLst>
              <a:ext uri="{FF2B5EF4-FFF2-40B4-BE49-F238E27FC236}">
                <a16:creationId xmlns:a16="http://schemas.microsoft.com/office/drawing/2014/main" id="{1E5EC3C9-C35A-6DF4-BB37-950DFD2FE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8087" y="1762078"/>
            <a:ext cx="4249484" cy="118184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5400" b="1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fr-FR" sz="5400" b="1" u="none" strike="noStrike" dirty="0">
              <a:solidFill>
                <a:schemeClr val="tx2">
                  <a:lumMod val="50000"/>
                </a:schemeClr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4870"/>
      </p:ext>
    </p:extLst>
  </p:cSld>
  <p:clrMapOvr>
    <a:masterClrMapping/>
  </p:clrMapOvr>
</p:sld>
</file>

<file path=ppt/theme/theme1.xml><?xml version="1.0" encoding="utf-8"?>
<a:theme xmlns:a="http://schemas.openxmlformats.org/drawingml/2006/main" name="Blue Simple Theme by Slidesgo">
  <a:themeElements>
    <a:clrScheme name="Simple Light">
      <a:dk1>
        <a:srgbClr val="021024"/>
      </a:dk1>
      <a:lt1>
        <a:srgbClr val="CAF2FF"/>
      </a:lt1>
      <a:dk2>
        <a:srgbClr val="023373"/>
      </a:dk2>
      <a:lt2>
        <a:srgbClr val="0487D9"/>
      </a:lt2>
      <a:accent1>
        <a:srgbClr val="63D8F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1024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</TotalTime>
  <Words>457</Words>
  <Application>Microsoft Office PowerPoint</Application>
  <PresentationFormat>On-screen Show (16:9)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Arial</vt:lpstr>
      <vt:lpstr>OpenSymbol</vt:lpstr>
      <vt:lpstr>Outfit</vt:lpstr>
      <vt:lpstr>Symbol</vt:lpstr>
      <vt:lpstr>Times New Roman</vt:lpstr>
      <vt:lpstr>Wingdings</vt:lpstr>
      <vt:lpstr>Blue Simple Theme by Slidesgo</vt:lpstr>
      <vt:lpstr>Slidesgo Final Pages</vt:lpstr>
      <vt:lpstr>CNIS – Climate nutrition  Intelligence System</vt:lpstr>
      <vt:lpstr>PROBLEM STATEMENT</vt:lpstr>
      <vt:lpstr>PowerPoint Presentation</vt:lpstr>
      <vt:lpstr>PowerPoint Presentation</vt:lpstr>
      <vt:lpstr>KEY FEATURES</vt:lpstr>
      <vt:lpstr>PowerPoint Presentation</vt:lpstr>
      <vt:lpstr>PowerPoint Presentation</vt:lpstr>
      <vt:lpstr>PowerPoint Presentation</vt:lpstr>
      <vt:lpstr>COMPETITIVE ADVANTAGE</vt:lpstr>
      <vt:lpstr>PowerPoint Presentation</vt:lpstr>
      <vt:lpstr>PROTOTYPE / DEMO</vt:lpstr>
      <vt:lpstr>FUTURE SCOPE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Shivani Mali</cp:lastModifiedBy>
  <cp:revision>1</cp:revision>
  <dcterms:modified xsi:type="dcterms:W3CDTF">2026-04-16T06:38:51Z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2026-03-06T07:44:17Z</dcterms:created>
  <dc:creator>Unknown Creator</dc:creator>
  <dc:description/>
  <dc:language>en-US</dc:language>
  <cp:lastModifiedBy>Unknown Creator</cp:lastModifiedBy>
  <dcterms:modified xsi:type="dcterms:W3CDTF">2026-03-06T07:44:17Z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